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maintenance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 review - 30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order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120 work orders in Q3 2026</a:t>
            </a:r>
          </a:p>
          <a:p>
            <a:r>
              <a:t>48 closed, 12 cancelled, 60 still open (backlog)</a:t>
            </a:r>
          </a:p>
          <a:p>
            <a:r>
              <a:t>Recorded cost S$35,827.50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 and overdue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 of 60 backlog jobs are overdue</a:t>
            </a:r>
          </a:p>
          <a:p>
            <a:r>
              <a:t>Changi Workshop: 18 overdue jobs</a:t>
            </a:r>
          </a:p>
          <a:p>
            <a:r>
              <a:t>Tampines Centre: 12 overdue jobs</a:t>
            </a:r>
          </a:p>
          <a:p>
            <a:r>
              <a:t>Jurong Depot: 10 overdue jobs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Corrosion: 42 work orders</a:t>
            </a:r>
          </a:p>
          <a:p>
            <a:r>
              <a:t>Joint seal leak: 30 work orders</a:t>
            </a:r>
          </a:p>
          <a:p>
            <a:r>
              <a:t>Valve seat wear: 22 work orders</a:t>
            </a:r>
          </a:p>
          <a:p>
            <a:r>
              <a:t>These 3 failure modes cause 78% of all work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Unassigned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backlog jobs have no owner</a:t>
            </a:r>
          </a:p>
          <a:p>
            <a:r>
              <a:t>Proposal: hub leads suggest owners by job category and free hours</a:t>
            </a:r>
          </a:p>
          <a:p>
            <a:r>
              <a:t>No assignment is approved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the recovery priorities for the 50 overdue jobs</a:t>
            </a:r>
          </a:p>
          <a:p>
            <a:r>
              <a:t>Approve or change the owner proposals for the 6 unassigned jobs</a:t>
            </a:r>
          </a:p>
          <a:p>
            <a:r>
              <a:t>Next review: UNKNOWN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