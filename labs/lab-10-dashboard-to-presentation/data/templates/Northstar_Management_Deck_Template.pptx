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Q3 maintenance: prioritise the overdue backlog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GenAI for Engineers v2.4 | Synthetic Northstar example | 2026-09-30 | All filters All | Slide1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120 orders: reconcile the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GenAI for Engineers v2.4 | Synthetic Northstar example | 2026-09-30 | All filters All | Slide2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Site backlog: compare open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GenAI for Engineers v2.4 | Synthetic Northstar example | 2026-09-30 | All filters All | Slide3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Status and category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GenAI for Engineers v2.4 | Synthetic Northstar example | 2026-09-30 | All filters All | Slide4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30 of 48 closures were on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GenAI for Engineers v2.4 | Synthetic Northstar example | 2026-09-30 | All filters All | Slide5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6 backlog orders have no current owner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GenAI for Engineers v2.4 | Synthetic Northstar example | 2026-09-30 | All filters All | Slide6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Proposed recovery actions and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GenAI for Engineers v2.4 | Synthetic Northstar example | 2026-09-30 | All filters All | Slide7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Decision requested: review the recovery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GenAI for Engineers v2.4 | Synthetic Northstar example | 2026-09-30 | All filters All | Slide8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