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All work orders by status</c:v>
                </c:pt>
              </c:strCache>
            </c:strRef>
          </c:tx>
          <c:spPr>
            <a:solidFill>
              <a:srgbClr val="13A89E"/>
            </a:solidFill>
          </c:spPr>
          <c:cat>
            <c:strRef>
              <c:f>Sheet1!$A$2:$A$7</c:f>
              <c:strCache>
                <c:ptCount val="6"/>
                <c:pt idx="0">
                  <c:v>Closed</c:v>
                </c:pt>
                <c:pt idx="1">
                  <c:v>In Progress</c:v>
                </c:pt>
                <c:pt idx="2">
                  <c:v>On Hold</c:v>
                </c:pt>
                <c:pt idx="3">
                  <c:v>New</c:v>
                </c:pt>
                <c:pt idx="4">
                  <c:v>Cancelled</c:v>
                </c:pt>
                <c:pt idx="5">
                  <c:v>Assigned</c:v>
                </c:pt>
              </c:strCache>
            </c:strRef>
          </c:cat>
          <c:val>
            <c:numRef>
              <c:f>Sheet1!$B$2:$B$7</c:f>
              <c:numCache>
                <c:formatCode>General</c:formatCode>
                <c:ptCount val="6"/>
                <c:pt idx="0">
                  <c:v>48</c:v>
                </c:pt>
                <c:pt idx="1">
                  <c:v>18</c:v>
                </c:pt>
                <c:pt idx="2">
                  <c:v>12</c:v>
                </c:pt>
                <c:pt idx="3">
                  <c:v>18</c:v>
                </c:pt>
                <c:pt idx="4">
                  <c:v>12</c:v>
                </c:pt>
                <c:pt idx="5">
                  <c:v>12</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tblWorkOrders, all filters All, as at 2026-09-30. State scope before interpretation. This is a deterministic rejoin example, not evidence of Copilot execution.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Backlog chart counts Status neither Closed nor Cancelled. Site totals are source-derived and reconcile to 60. Counts alone do not explain causes.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chart uses all 120 source rows; category comparison is nominal. Check units and avoid claims of causation.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Actions are proposals linked to observed overdue/unassigned work. They need operational review; no promised saving or productivity 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Q3 maintenance: prioritise the overdue backlog</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Reporting date:30 September 2026. All sites/categories/statuses/owners. Synthetic training snapshot. Findings describe recorded work; actions below are proposed.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120 orders: reconcile the portfolio</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Site backlog: compare open work</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Backlog excludes Closed and Cancelled. Compare counts across five sites before choosing recovery priorities. Frequency alone does not establish the cause.</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Status and category mix</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Status describes current workflow state; category describes job type. All-category counts sum to 120; category frequency is not a root-cause diagnosis.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30 of 48 closures were on time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have no current owner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Proposed recovery actions and trade-offs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Proposed: review the overdue queue by priority/site; validate constraints before suggesting owners; keep category/capacity evidence beside each proposal. Trade-off: backlog recovery may compete with newly opened work. Savings and approvals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recovery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v2.3 | Synthetic Northstar example | 2026-09-30 | All filters All | Slide8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