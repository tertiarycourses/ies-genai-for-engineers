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Northstar maintenance portfolio - 30 September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50 of 60 backlog orders are overdue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orders need an assignment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proposed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GenAI for Engineers v2.4 | Synthetic Northstar example | 2026-09-30 | All filters All | Slide4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