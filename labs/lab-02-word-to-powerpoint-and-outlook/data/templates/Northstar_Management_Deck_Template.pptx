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the selected verified snapshot and replace scaffold content. Add source/date/scope notes; do not invent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Q3 maintenance: prioritise the overdue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120 orders: reconcile the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Site backlog: compare open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Status and category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30 of 48 closures were 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6 backlog orders have no current owner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Proposed recovery actions and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3060"/>
                </a:solidFill>
              </a:defRPr>
            </a:pPr>
            <a:r>
              <a:t>Decision requested: review the recovery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Add the verified chart or evidence table for this slide. Separate observed facts from proposed 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GenAI for Engineers v2.3 | Synthetic Northstar example | 2026-09-30 | All filters All | Slide8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