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Northstar maintenance portfolio - 30 September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50 of 60 backlog orders are overdue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need an assignment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proposed priorities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