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understand data and explain engineering findings.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Today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pump case, three short Excel exercises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role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before using it</a:t>
            </a:r>
            <a:endParaRPr lang="en-US" sz="2100" dirty="0"/>
          </a:p>
        </p:txBody>
      </p:sp>
      <p:sp>
        <p:nvSpPr>
          <p:cNvPr id="12" name="Text 10"/>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3"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we do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the six modules in the supplied lesson plan.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generative AI?</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produces a draft answer from your instructions and available information.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can Copilot do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For example: help you understand why a pump test result looks unusual.</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prompt is an instruction to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prompt tells Copilot what to use and what answer you need.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RISE to build a clear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RISE means Role, Input, Steps and Expectations.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 +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Steps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Expectations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the engineering details with E-MAP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E-MAP reminds you to include context, measures, assumptions and limits.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Engineering + Metrics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Parameters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Tell Copilot what it must not change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Constraints are simple rules that keep the task within scope.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Show the format you want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three fields: observation, value and follow-up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perspectives to improve a review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persona is a requested viewpoint, not a separate expert.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Let the perspectives challenge one claim</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claim: “Replacing the strainer solved the problem.”</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spend time improving a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Clear instructions make the answer easier to use and easier to check.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a test note into a short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example: preserve the facts while improving the writing.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methods answer three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We use the same pump case for all three.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Statistical Process Control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measurements over time with the earlier, usual pattern.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control limit is not a specification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describes the required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think through possible failures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stands for Failure Mode and Effects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scores to prioritise a review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is a risk priority number: Severity × Occurrence × Detection.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organise an improvement investigation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a defined problem to a plan for maintaining improvement.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not just event counts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separate eight-week event log: deviations are recorded test problems.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the largest categories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the investigation where most recorded problems occur.</a:t>
            </a:r>
            <a:endParaRPr lang="en-US" sz="2100" dirty="0"/>
          </a:p>
        </p:txBody>
      </p:sp>
      <p:pic>
        <p:nvPicPr>
          <p:cNvPr id="6" name="Image 0" descr="A Pareto chart shows the largest categories">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Synthetic pump case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 assistant with reusable instructions and selected information for a recurring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 and analysis need different checks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 asks what a source says; analysis asks what the numbers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grounding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a relevant document to use when answering.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804672"/>
            <a:ext cx="11109960" cy="749808"/>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you remember?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drafts; engineers understand, check and decide.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46520"/>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GenAI for Engineers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2026-09-05T17:16:26Z</dcterms:created>
  <dcterms:modified xsi:type="dcterms:W3CDTF">2026-09-05T17:16:26Z</dcterms:modified>
</cp:coreProperties>
</file>