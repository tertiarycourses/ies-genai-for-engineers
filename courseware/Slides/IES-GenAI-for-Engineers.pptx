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Lst>
  <p:notesMasterIdLst>
    <p:notesMasterId r:id="rId1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notesMaster" Target="notesMasters/notesMaster1.xml"/><Relationship Id="rId187" Type="http://schemas.openxmlformats.org/officeDocument/2006/relationships/presProps" Target="presProps.xml"/><Relationship Id="rId188" Type="http://schemas.openxmlformats.org/officeDocument/2006/relationships/viewProps" Target="viewProps.xml"/><Relationship Id="rId189" Type="http://schemas.openxmlformats.org/officeDocument/2006/relationships/theme" Target="theme/theme1.xml"/><Relationship Id="rId19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outcomes at the start. The course is about practical productivity: reduce repetitive drafting and checking while keeping engineering judgement with the learner.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for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session, you can use Copilot to speed up an engineering analysis and check the result.</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Explain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Describe what SPC, FMEA and DMAIC are used for.</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Prompt</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Write a clear request with evidence, limits and an expected output.</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Copilot in Excel to review the prepared pump case.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Check</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Verify formulas, units, sources and limitations before sharing.</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Decide</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one supported finding, one limitation and one next step.</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SPC is the method we will use to compare readings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problems by opportunities so a longer period does not automatically look worse.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Put the largest categories first so the team can choose a focused investigation.</a:t>
            </a:r>
            <a:endParaRPr lang="en-US" sz="2100" dirty="0"/>
          </a:p>
        </p:txBody>
      </p:sp>
      <p:pic>
        <p:nvPicPr>
          <p:cNvPr id="6" name="Image 0" descr="A Pareto chart shows where to star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Deep Dive: Copilot Agents &amp; Microsoft 365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bounded agents to repeat a useful engineering drafting pattern.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Assistant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Report Writer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 and Analyst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Deep Dive: SharePoint Integration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Retrieve approved engineering evidence and verify the citation.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Grounding</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Permissions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2800" b="1" dirty="0">
                <a:solidFill>
                  <a:srgbClr val="142C3E"/>
                </a:solidFill>
                <a:latin typeface="Aptos" pitchFamily="34" charset="0"/>
                <a:ea typeface="Aptos" pitchFamily="34" charset="-122"/>
                <a:cs typeface="Aptos" pitchFamily="34" charset="-120"/>
              </a:rPr>
              <a:t>Module 6 — AI Security: The 7-Step AI Security Framework &amp; Your Engineering AI Toolkit</a:t>
            </a:r>
            <a:endParaRPr lang="en-US" sz="28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 seven checks before an AI-assisted result is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Classify and govern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 securely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 and sign off</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engineering question and select the evidence.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right method and request a useful output.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Recalculate, trace and challenge unsupported claims.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Decide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Share the finding, limitation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Keep</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reusable prompt with clear constraints.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verification rule for numbers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small, approved workplace task.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Remember</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fluent answer is still a draft until checked.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184</Slides>
  <Notes>184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184</vt:i4>
      </vt:variant>
    </vt:vector>
  </HeadingPairs>
  <TitlesOfParts>
    <vt:vector size="1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2026-09-06T02:36:52Z</dcterms:created>
  <dcterms:modified xsi:type="dcterms:W3CDTF">2026-09-06T02:36:52Z</dcterms:modified>
</cp:coreProperties>
</file>