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notesMasterIdLst>
    <p:notesMasterId r:id="rId1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notesMaster" Target="notesMasters/notesMaster1.xml"/><Relationship Id="rId181" Type="http://schemas.openxmlformats.org/officeDocument/2006/relationships/presProps" Target="presProps.xml"/><Relationship Id="rId182" Type="http://schemas.openxmlformats.org/officeDocument/2006/relationships/viewProps" Target="viewProps.xml"/><Relationship Id="rId183" Type="http://schemas.openxmlformats.org/officeDocument/2006/relationships/theme" Target="theme/theme1.xml"/><Relationship Id="rId1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outcomes at the start. The course is about practical productivity: reduce repetitive drafting and checking while keeping engineering judgement with the learner.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module before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prompt engineering means writing and improving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method in plain language before the corresponding chart, score or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assistant can reduce repeated setup; human review remains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improves context; it does not prove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practical security checks and one bounded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for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session, you can use Copilot to speed up an engineering analysis and check the result.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Copilot and the engineering task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with a real engineering question, then choose the right Copilot surface.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See where Copilot can save time in an engineer’s daily work.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Case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one pump delivery question throughout the day.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Workflow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Question → evidence → Copilot draft → engineer check.</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clear request ready for Excel analysis.</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Today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pump case, three short Excel exercises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role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before using it</a:t>
            </a:r>
            <a:endParaRPr lang="en-US" sz="2100" dirty="0"/>
          </a:p>
        </p:txBody>
      </p:sp>
      <p:sp>
        <p:nvSpPr>
          <p:cNvPr id="12"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3"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useful answers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enough context to produce a reviewable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Framework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Role, Input, Steps and Expectations.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Add engineering context, metrics, assumptions and parameters.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Views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reliability, operations and safety perspectives.</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Set constraints and require evidence for every claim.</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Three engineering methods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method first; then use Copilot to reduce repetitive workbook work.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process behaviour changed over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Practice</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three short guided exercises in one prepared workbook.</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SPC is the method we will use to compare readings over time.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this needs evidence.</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delivery test may detect the problem.</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clearly.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Count or calculate how often it happens.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evidence to understand the pattern.</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 change to test.</a:t>
            </a:r>
            <a:endParaRPr lang="en-US" sz="2100" dirty="0"/>
          </a:p>
        </p:txBody>
      </p:sp>
      <p:sp>
        <p:nvSpPr>
          <p:cNvPr id="18" name="Shape 16"/>
          <p:cNvSpPr/>
          <p:nvPr/>
        </p:nvSpPr>
        <p:spPr>
          <a:xfrm>
            <a:off x="502920" y="7269480"/>
            <a:ext cx="11109960" cy="987552"/>
          </a:xfrm>
          <a:prstGeom prst="rect">
            <a:avLst/>
          </a:prstGeom>
          <a:solidFill>
            <a:srgbClr val="EFF5F5"/>
          </a:solidFill>
          <a:ln w="12700">
            <a:solidFill>
              <a:srgbClr val="EFF5F5"/>
            </a:solidFill>
            <a:prstDash val="solid"/>
          </a:ln>
        </p:spPr>
      </p:sp>
      <p:sp>
        <p:nvSpPr>
          <p:cNvPr id="19" name="Text 17"/>
          <p:cNvSpPr/>
          <p:nvPr/>
        </p:nvSpPr>
        <p:spPr>
          <a:xfrm>
            <a:off x="731520" y="7397496"/>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20" name="Text 18"/>
          <p:cNvSpPr/>
          <p:nvPr/>
        </p:nvSpPr>
        <p:spPr>
          <a:xfrm>
            <a:off x="3474720" y="7397496"/>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Monitor the result and decide what happens next.</a:t>
            </a:r>
            <a:endParaRPr lang="en-US" sz="21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deviations are being recorded.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deviations with the number of test opportunities.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chart, event log and failure review.</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step</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 controlled follow-up and monitoring rule.</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Copilot agents for repeatable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bounded assistant to repeat a useful drafting pattern.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Turn a repeatable FMEA or report task into an instruction contract.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Knowledge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only approved source files and rating guidance.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Try one normal request and one missing-evidence request.</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trainer demonstrates; learners do not deploy an agent today.</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Grounding answers in approved sources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retrieval to find the right evidence, then open and check the citation.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from the approved document library.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Retrieve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Locate the relevant passage and revision.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a concise response with a citation.</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scope, unit, revision and unresolved gaps.</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 Secure use and next steps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Finish with a checked result that can be traced and reviewed.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data and use approved storage.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calculations, sources, units and claims.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prompt, evidence and review status.</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Apply</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Choose one bounded workplace trial.</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engineering question and select the evidence.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right method and request a useful output.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trace and challenge unsupported claims.</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Decide</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Share the finding, limitation and next action.</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reusable prompt with clear constraints.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verification rule for numbers and sources.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small, approved workplace task.</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Remember</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fluent answer is still a draft until checked.</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178</Slides>
  <Notes>178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178</vt:i4>
      </vt:variant>
    </vt:vector>
  </HeadingPairs>
  <TitlesOfParts>
    <vt:vector size="1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2026-09-05T19:28:47Z</dcterms:created>
  <dcterms:modified xsi:type="dcterms:W3CDTF">2026-09-05T19:28:47Z</dcterms:modified>
</cp:coreProperties>
</file>