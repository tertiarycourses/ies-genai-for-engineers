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4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cie Neo" userId="998e5783-afdb-473f-89c7-8471a5e1811b" providerId="ADAL" clId="{8CF66299-A5F9-4A86-B64B-4E1FCB858EA0}"/>
    <pc:docChg chg="custSel delSld modSld">
      <pc:chgData name="Nancie Neo" userId="998e5783-afdb-473f-89c7-8471a5e1811b" providerId="ADAL" clId="{8CF66299-A5F9-4A86-B64B-4E1FCB858EA0}" dt="2026-09-22T00:59:39.047" v="35" actId="115"/>
      <pc:docMkLst>
        <pc:docMk/>
      </pc:docMkLst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5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5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5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5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6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7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8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29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0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1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2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3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4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5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6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7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8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39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0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1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2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5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6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7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8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39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40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41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42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43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44"/>
        </pc:sldMkLst>
      </pc:sldChg>
      <pc:sldChg chg="del">
        <pc:chgData name="Nancie Neo" userId="998e5783-afdb-473f-89c7-8471a5e1811b" providerId="ADAL" clId="{8CF66299-A5F9-4A86-B64B-4E1FCB858EA0}" dt="2026-09-22T00:59:17.253" v="0" actId="47"/>
        <pc:sldMkLst>
          <pc:docMk/>
          <pc:sldMk cId="0" sldId="445"/>
        </pc:sldMkLst>
      </pc:sldChg>
      <pc:sldChg chg="modSp mod">
        <pc:chgData name="Nancie Neo" userId="998e5783-afdb-473f-89c7-8471a5e1811b" providerId="ADAL" clId="{8CF66299-A5F9-4A86-B64B-4E1FCB858EA0}" dt="2026-09-22T00:59:39.047" v="35" actId="115"/>
        <pc:sldMkLst>
          <pc:docMk/>
          <pc:sldMk cId="2923197491" sldId="446"/>
        </pc:sldMkLst>
        <pc:spChg chg="mod">
          <ac:chgData name="Nancie Neo" userId="998e5783-afdb-473f-89c7-8471a5e1811b" providerId="ADAL" clId="{8CF66299-A5F9-4A86-B64B-4E1FCB858EA0}" dt="2026-09-22T00:59:39.047" v="35" actId="115"/>
          <ac:spMkLst>
            <pc:docMk/>
            <pc:sldMk cId="2923197491" sldId="446"/>
            <ac:spMk id="5" creationId="{B0798E42-23F1-59A7-E768-BF738A1F13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05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75488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75488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C246F7EE-A144-978B-EB4A-70D5D10AB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BAE149-4410-5DFA-E0F9-63D9C18B9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518A08-2AEE-0FAA-9D7A-57712A217935}"/>
              </a:ext>
            </a:extLst>
          </p:cNvPr>
          <p:cNvSpPr txBox="1">
            <a:spLocks/>
          </p:cNvSpPr>
          <p:nvPr/>
        </p:nvSpPr>
        <p:spPr>
          <a:xfrm>
            <a:off x="1472608" y="1380565"/>
            <a:ext cx="4561369" cy="15150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595959"/>
                </a:solidFill>
              </a:rPr>
              <a:t>Thank you for your feedback!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798E42-23F1-59A7-E768-BF738A1F13CA}"/>
              </a:ext>
            </a:extLst>
          </p:cNvPr>
          <p:cNvSpPr txBox="1">
            <a:spLocks/>
          </p:cNvSpPr>
          <p:nvPr/>
        </p:nvSpPr>
        <p:spPr>
          <a:xfrm>
            <a:off x="1209040" y="3048000"/>
            <a:ext cx="4824937" cy="27424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2000" b="1" u="sng" kern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Generative AI for Engineers</a:t>
            </a:r>
            <a:r>
              <a:rPr lang="en-US" sz="2000" b="1" u="sng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(for PUB)</a:t>
            </a:r>
          </a:p>
          <a:p>
            <a:pPr>
              <a:spcBef>
                <a:spcPts val="1000"/>
              </a:spcBef>
            </a:pPr>
            <a:endParaRPr lang="en-US" sz="2000" b="1" u="sng" kern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00"/>
              </a:spcBef>
            </a:pPr>
            <a:endParaRPr lang="en-US" sz="2000" b="1" u="sng" kern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00"/>
              </a:spcBef>
            </a:pPr>
            <a:r>
              <a:rPr lang="en-SG" sz="32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Course ID &amp; Class ID, please key in “</a:t>
            </a:r>
            <a:r>
              <a:rPr lang="en-SG" sz="3200" u="sng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SG" sz="32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>
              <a:spcBef>
                <a:spcPts val="1000"/>
              </a:spcBef>
            </a:pPr>
            <a:r>
              <a:rPr lang="en-SG" sz="3200" kern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Today’s date is </a:t>
            </a:r>
            <a:r>
              <a:rPr lang="en-SG" sz="3200" b="1" u="sng" kern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 Sep 2026</a:t>
            </a:r>
            <a:endParaRPr lang="en-US" sz="3200" b="1" u="sng" kern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8399A1-0613-D1D3-2AB3-0E0473FC0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110" y="1380564"/>
            <a:ext cx="4468570" cy="440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97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>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for Engineers</dc:title>
  <dc:subject>GenAI for Engineers — lesson-plan aligned courseware</dc:subject>
  <dc:creator>IES</dc:creator>
  <cp:lastModifiedBy>Nancie Neo</cp:lastModifiedBy>
  <cp:revision>5</cp:revision>
  <dcterms:created xsi:type="dcterms:W3CDTF">2026-09-06T04:39:07Z</dcterms:created>
  <dcterms:modified xsi:type="dcterms:W3CDTF">2026-09-22T00:59:41Z</dcterms:modified>
</cp:coreProperties>
</file>